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“We find the borrower groups a bank’s own systems can’t see, and show what they owe against the RBI limit.”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Sunrise is a synthetic company in our benchmark world, and the numbers are exact: the generator asserts them to the paisa. The point is that nobody lied. Every system’s number is correct for the records it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Re-check the paragraph numbers against the circular PDF before presenting. The 20% single-counterparty limit and the interdependence tests are in the same circular if a judge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the product. The matching is fast; trust is the hard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Blocking timing is about 5 to 6 seconds on Nano on a laptop (dev data; see the pipeline screen). Scoring uses EDIT_DISTANCE, SOUNDEX and COLOGNE_PHONETIC inside Exasol.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batch screen has an “Approve all in this sample” button that pre-ticks every pair, and the reviewer can flip any to Reject. The form still posts one verdict per sampled pair. Say this yourself before a judge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Collateral carries zero exposure by policy and is used only for its identifiers. Python UDFs failed the probe on Nano, so all of this is plain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is lower than reported because only the head company’s own exposure is linked yet; Talos can show less than the loan book as well as more. The holding company group (₹36.4 cr, 8.7%) looked compliant on its own until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auditor can ask “what did you know on the quarter-end date” and get the same answer, because the “as of” rule is part of the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dev numbers are in-sample. If the test numbers are worse, show them anyway; judges trust a team that reports its own misses (misses_test.md). Live timings (dev): board 1.8 s, a decision 4 to 6 s (it waits for a fresh run), the ownership batch of 3,535 edges about 7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“why not a graph database”: non-public borrower data stays inside; the bitemporal as-of rule is plain SQL over append-only events; and the heavy steps are set operations the engine already parallelises.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limits aloud. This slide is where the Q&amp;A gets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breach.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slides. Use only when a question calls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judging criterion to where the evidence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schemas left to right, then the five database roles and who can write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docs/PROBE.md. The one failure is Python UDFs on Nano, which is why the whole product is plain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docs/VOICEOVER.md quotes about 11.5 million candidate pairs and under 2.5 minutes for blocking, scoring and grouping at scale. Confirm that against a real scale run before saying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list: docs/DEMO_SCRIPT.md part 2 and docs/QA.md.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2026-10-27T13:29:15Z</dcterms:created>
  <dcterms:modified xsi:type="dcterms:W3CDTF">2026-10-27T13:29:15Z</dcterms:modified>
</cp:coreProperties>
</file>